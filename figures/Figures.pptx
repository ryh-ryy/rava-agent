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6A67"/>
    <a:srgbClr val="6C9965"/>
    <a:srgbClr val="D5DBE3"/>
    <a:srgbClr val="E8EBF0"/>
    <a:srgbClr val="F3F5F7"/>
    <a:srgbClr val="4FAEDE"/>
    <a:srgbClr val="46C1BE"/>
    <a:srgbClr val="C3CBD7"/>
    <a:srgbClr val="AEB8C9"/>
    <a:srgbClr val="F7E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1745B-3610-49DB-9DE6-BBB32B57042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B27-E903-47CA-B6EE-42A6CB43B7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7B27-E903-47CA-B6EE-42A6CB43B78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0A5A-1774-63D3-4039-BEBA5C00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BDBB71-1457-E531-53DA-EB411782C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C25E4D-EC6C-0576-B3F5-16A6BF87C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B9FDF-30BA-AB64-5282-5F93AB691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7B27-E903-47CA-B6EE-42A6CB43B7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93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B5F51-FEAE-944E-78CB-FF105DE19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E23DA1-0A2B-B7D0-EC23-74200B121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0F162-55FD-C168-7013-A2DFCCF0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67F3E-94B9-3871-EBB6-B4549AEC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C98274-30F2-AEB1-374D-EAA0FF84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65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50D1D-BD31-AD00-DF63-46EDB21C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ED9E2-647E-D933-A0FA-98503DB6B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649BC-1120-AFC6-53F8-70FD82B2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5E6E8-B3D6-E6B5-DDBA-3A52A492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AB538-72CA-EC28-A35D-DE03E729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4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00480-ADB0-2B46-C5F9-3A1A78FB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6BE4E9-4237-04F8-0C0B-401E2BC6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E28D4-3CB2-4428-CDC8-8199A8F2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3C920-92C6-2FAF-7BFE-B6469472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89C9D-2404-1272-50FC-80A9697B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33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DBBD3-2876-2ADC-8727-8A40480E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B825D-BB5E-2982-DF73-F742D7B5A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C8F0B6-23A3-EC19-F92E-A263F87E0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BF358-66B9-ABB4-35E5-20918F00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EB5817-9848-4645-0ADC-214DD23B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E90B93-926E-8D8D-88BA-C32F93A3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8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E3C1-E16B-DC04-9837-0F8603C2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F01C85-CCFF-6819-3387-7475C0B3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98E73F-EDFC-946A-9EBE-D9596D224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805787-ED9E-D661-42B8-1E370FBBC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1B4932-7E4F-4381-5FAF-D11A8EE00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AD2E03-9C88-5401-4BC2-69B745B7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18CA16-14C7-0EE1-6531-CC4EDB56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F8D53A-0C67-AA12-7A31-853E9823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9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6F23F-71FD-825C-06BD-5206A78F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1B164D-CB0A-7AD4-0032-6E11D2E0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2E9FC-3C96-CC20-CD24-661600F1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8B33DB-1ED8-C500-C396-A81F890B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80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5C3E27-9C38-FF09-D3CB-337E2CC1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C23B0A-3879-6F10-57B2-B4650560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B8B14E-7A0F-87DD-ADE6-45BFE3A9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4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3C0E1-4BD1-0AAE-A9FF-6249A4468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46C2D-95CD-78E8-2160-AADF10F0F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55A32F-E21A-EFB2-3F9E-CAB0B180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A73C01-8DC1-4244-8FA1-E8B99BEC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4DDED0-4CD1-10A1-9A33-2AB2E7CE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7C7CAA-D180-08C8-F5E7-00EB3BB9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5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C5E80-1D96-C405-E11B-9AAE911A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023F69-B891-2A0F-3A08-CB824C88DE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3AA915-736C-F6B9-AA24-10C378B0A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3A6BB0-FD56-C8AD-D08F-BA4D11C2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C4FE4-02B2-8361-C497-4F693B60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6A9175-4FA5-87F7-DCA2-2F4516A1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8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A6E46-6DC5-A263-C938-A1F3EAE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760C7B-DEF4-7A4B-89E9-4BC6C1EFD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973AF-CAC1-0F78-F76E-E3081CD3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33915-A38C-BFDD-5CEA-ECB3EE32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8D74F-FCFC-BE0F-04B6-C7AB7965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0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4F4574-4754-0A90-2B45-0CC8E170A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FD75D0-3957-C545-04BB-C1744410C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7C657-735A-C315-1B8C-EB56B1FE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B714F2-04F4-2336-0AEA-FFDE6A70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43D0F-046D-E736-4B5C-A6A9275B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9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AF1ABB-F94F-D165-F4FE-9B25E63D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E70D6E-6947-10C8-DB3E-651B30641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B0898-6D6B-BA06-E5F2-C20635E3D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D9FC4-0ECD-40A5-92C2-8FC4B2DBC36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A0122-AB92-2B18-3A99-2BA7F9891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6F506-D1CD-8071-74D6-F057B452F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E20C6-9736-4A67-9B75-2CA7EA1CB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1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E3E3854-BF0D-DCE0-F9EA-019406CB8D3F}"/>
              </a:ext>
            </a:extLst>
          </p:cNvPr>
          <p:cNvGrpSpPr/>
          <p:nvPr/>
        </p:nvGrpSpPr>
        <p:grpSpPr>
          <a:xfrm>
            <a:off x="54725" y="991887"/>
            <a:ext cx="2132062" cy="1405352"/>
            <a:chOff x="791662" y="1442174"/>
            <a:chExt cx="2368848" cy="149127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88E5BAF-6375-6DBE-3CF5-80186238D2FF}"/>
                </a:ext>
              </a:extLst>
            </p:cNvPr>
            <p:cNvSpPr/>
            <p:nvPr/>
          </p:nvSpPr>
          <p:spPr>
            <a:xfrm>
              <a:off x="791662" y="1442174"/>
              <a:ext cx="2368848" cy="149127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Question/case context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83BB2AA-34C7-CEBA-E3F1-484B6E94264D}"/>
                </a:ext>
              </a:extLst>
            </p:cNvPr>
            <p:cNvSpPr/>
            <p:nvPr/>
          </p:nvSpPr>
          <p:spPr>
            <a:xfrm>
              <a:off x="791662" y="1442174"/>
              <a:ext cx="2368847" cy="461665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Medical query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A490A0C-D8A8-2E41-087C-5B57172D9DD4}"/>
              </a:ext>
            </a:extLst>
          </p:cNvPr>
          <p:cNvGrpSpPr/>
          <p:nvPr/>
        </p:nvGrpSpPr>
        <p:grpSpPr>
          <a:xfrm>
            <a:off x="2603325" y="907534"/>
            <a:ext cx="3480654" cy="2013418"/>
            <a:chOff x="3809998" y="1042252"/>
            <a:chExt cx="3480655" cy="197097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25D6B5A-0C63-00C7-124C-6C12D7C0D0FD}"/>
                </a:ext>
              </a:extLst>
            </p:cNvPr>
            <p:cNvGrpSpPr/>
            <p:nvPr/>
          </p:nvGrpSpPr>
          <p:grpSpPr>
            <a:xfrm>
              <a:off x="3809998" y="1042252"/>
              <a:ext cx="3419285" cy="1970972"/>
              <a:chOff x="791661" y="1442174"/>
              <a:chExt cx="2368848" cy="1491270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25D9ECC1-E337-EAD0-AE05-2B29895A6D65}"/>
                  </a:ext>
                </a:extLst>
              </p:cNvPr>
              <p:cNvSpPr/>
              <p:nvPr/>
            </p:nvSpPr>
            <p:spPr>
              <a:xfrm>
                <a:off x="791661" y="1442174"/>
                <a:ext cx="2368848" cy="149127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2D6FC998-2E07-9CA2-0A5E-5F2E8E4AC258}"/>
                  </a:ext>
                </a:extLst>
              </p:cNvPr>
              <p:cNvSpPr/>
              <p:nvPr/>
            </p:nvSpPr>
            <p:spPr>
              <a:xfrm>
                <a:off x="791662" y="1442174"/>
                <a:ext cx="2368847" cy="46166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Frozen risk router P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0D6596D-E132-9ABF-F81C-5D68450F2C78}"/>
                </a:ext>
              </a:extLst>
            </p:cNvPr>
            <p:cNvSpPr/>
            <p:nvPr/>
          </p:nvSpPr>
          <p:spPr>
            <a:xfrm>
              <a:off x="3946034" y="2113852"/>
              <a:ext cx="963494" cy="312983"/>
            </a:xfrm>
            <a:prstGeom prst="roundRect">
              <a:avLst/>
            </a:prstGeom>
            <a:solidFill>
              <a:srgbClr val="1BD9A7"/>
            </a:solidFill>
            <a:ln>
              <a:solidFill>
                <a:srgbClr val="1BD9A7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5A60D92-7FD5-267D-C06A-AE5390579BED}"/>
                </a:ext>
              </a:extLst>
            </p:cNvPr>
            <p:cNvSpPr/>
            <p:nvPr/>
          </p:nvSpPr>
          <p:spPr>
            <a:xfrm>
              <a:off x="5037890" y="2113851"/>
              <a:ext cx="963495" cy="312983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MEDIUM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80CF21E-62D8-F8F0-A00A-0237677D72DD}"/>
                </a:ext>
              </a:extLst>
            </p:cNvPr>
            <p:cNvSpPr/>
            <p:nvPr/>
          </p:nvSpPr>
          <p:spPr>
            <a:xfrm>
              <a:off x="6129747" y="2113850"/>
              <a:ext cx="963494" cy="312983"/>
            </a:xfrm>
            <a:prstGeom prst="roundRect">
              <a:avLst/>
            </a:prstGeom>
            <a:solidFill>
              <a:srgbClr val="FF3300"/>
            </a:solidFill>
            <a:ln>
              <a:solidFill>
                <a:srgbClr val="FF330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  <a:endPara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8FD188B-5FFE-E013-AAAC-101A9046616F}"/>
                </a:ext>
              </a:extLst>
            </p:cNvPr>
            <p:cNvSpPr txBox="1"/>
            <p:nvPr/>
          </p:nvSpPr>
          <p:spPr>
            <a:xfrm>
              <a:off x="4046779" y="1713279"/>
              <a:ext cx="29457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Route(x)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∈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low,medium,,high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4C98302-8C54-858D-B0A5-64F9BB29E194}"/>
                </a:ext>
              </a:extLst>
            </p:cNvPr>
            <p:cNvSpPr txBox="1"/>
            <p:nvPr/>
          </p:nvSpPr>
          <p:spPr>
            <a:xfrm>
              <a:off x="3871368" y="2580484"/>
              <a:ext cx="34192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Fixed terms and</a:t>
              </a:r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thresholds;versioned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policy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4F81048-B648-5A11-A0D0-4B914D02440C}"/>
              </a:ext>
            </a:extLst>
          </p:cNvPr>
          <p:cNvSpPr/>
          <p:nvPr/>
        </p:nvSpPr>
        <p:spPr>
          <a:xfrm>
            <a:off x="2178116" y="1667701"/>
            <a:ext cx="404228" cy="251613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806E26E-BE21-BD6A-D3D9-C84C1E83C908}"/>
              </a:ext>
            </a:extLst>
          </p:cNvPr>
          <p:cNvGrpSpPr/>
          <p:nvPr/>
        </p:nvGrpSpPr>
        <p:grpSpPr>
          <a:xfrm>
            <a:off x="6784105" y="820027"/>
            <a:ext cx="2029790" cy="1325378"/>
            <a:chOff x="791662" y="1442174"/>
            <a:chExt cx="2368848" cy="149127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49FCB932-6B72-8B8C-ADA0-37F5A63A4020}"/>
                </a:ext>
              </a:extLst>
            </p:cNvPr>
            <p:cNvSpPr/>
            <p:nvPr/>
          </p:nvSpPr>
          <p:spPr>
            <a:xfrm>
              <a:off x="791662" y="1442174"/>
              <a:ext cx="2368848" cy="1491270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LLM(x)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 model call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270CFC2-385A-2EDC-77EE-93BC2153847E}"/>
                </a:ext>
              </a:extLst>
            </p:cNvPr>
            <p:cNvSpPr/>
            <p:nvPr/>
          </p:nvSpPr>
          <p:spPr>
            <a:xfrm>
              <a:off x="791662" y="1442174"/>
              <a:ext cx="2368847" cy="46166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2A. Direct answer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BA848D7A-F106-A439-70E4-E6CB11004D9A}"/>
              </a:ext>
            </a:extLst>
          </p:cNvPr>
          <p:cNvSpPr txBox="1"/>
          <p:nvPr/>
        </p:nvSpPr>
        <p:spPr>
          <a:xfrm>
            <a:off x="5509930" y="1078992"/>
            <a:ext cx="2289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low/no verification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47CA0921-A47E-5532-25AB-80551227626F}"/>
              </a:ext>
            </a:extLst>
          </p:cNvPr>
          <p:cNvCxnSpPr>
            <a:cxnSpLocks/>
          </p:cNvCxnSpPr>
          <p:nvPr/>
        </p:nvCxnSpPr>
        <p:spPr>
          <a:xfrm flipV="1">
            <a:off x="6022608" y="1487532"/>
            <a:ext cx="758282" cy="316166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9F06B0F-1437-A9AE-A3E4-60980662AC81}"/>
              </a:ext>
            </a:extLst>
          </p:cNvPr>
          <p:cNvGrpSpPr/>
          <p:nvPr/>
        </p:nvGrpSpPr>
        <p:grpSpPr>
          <a:xfrm>
            <a:off x="4865772" y="3078657"/>
            <a:ext cx="2945976" cy="1325378"/>
            <a:chOff x="791662" y="1442174"/>
            <a:chExt cx="2368848" cy="1491270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2F02710-AD6C-45B4-987C-81036E5D0E42}"/>
                </a:ext>
              </a:extLst>
            </p:cNvPr>
            <p:cNvSpPr/>
            <p:nvPr/>
          </p:nvSpPr>
          <p:spPr>
            <a:xfrm>
              <a:off x="791662" y="1442174"/>
              <a:ext cx="2368848" cy="1491270"/>
            </a:xfrm>
            <a:prstGeom prst="roundRect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Retrieve(e)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Public,versioned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evidence store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benchmark answers in the store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6033F21B-37BC-310B-928C-0839F3EC9ED3}"/>
                </a:ext>
              </a:extLst>
            </p:cNvPr>
            <p:cNvSpPr/>
            <p:nvPr/>
          </p:nvSpPr>
          <p:spPr>
            <a:xfrm>
              <a:off x="791662" y="1442174"/>
              <a:ext cx="2368847" cy="461665"/>
            </a:xfrm>
            <a:prstGeom prst="roundRect">
              <a:avLst/>
            </a:prstGeom>
            <a:solidFill>
              <a:srgbClr val="92D05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2B. Retrieve evidence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B6AD5D84-3D89-43F9-57BA-62C2F271BBDF}"/>
              </a:ext>
            </a:extLst>
          </p:cNvPr>
          <p:cNvCxnSpPr>
            <a:cxnSpLocks/>
          </p:cNvCxnSpPr>
          <p:nvPr/>
        </p:nvCxnSpPr>
        <p:spPr>
          <a:xfrm>
            <a:off x="3636817" y="2931301"/>
            <a:ext cx="1228955" cy="1131335"/>
          </a:xfrm>
          <a:prstGeom prst="bentConnector3">
            <a:avLst>
              <a:gd name="adj1" fmla="val 64"/>
            </a:avLst>
          </a:prstGeom>
          <a:ln>
            <a:solidFill>
              <a:srgbClr val="009999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69C12A7-5C30-E854-2C0A-1280DD3F34BC}"/>
              </a:ext>
            </a:extLst>
          </p:cNvPr>
          <p:cNvSpPr txBox="1"/>
          <p:nvPr/>
        </p:nvSpPr>
        <p:spPr>
          <a:xfrm>
            <a:off x="3609985" y="3699723"/>
            <a:ext cx="1587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medium/high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805B286-A428-BBF9-5420-564A15CE0488}"/>
              </a:ext>
            </a:extLst>
          </p:cNvPr>
          <p:cNvGrpSpPr/>
          <p:nvPr/>
        </p:nvGrpSpPr>
        <p:grpSpPr>
          <a:xfrm>
            <a:off x="228181" y="4841407"/>
            <a:ext cx="6094212" cy="1325378"/>
            <a:chOff x="791662" y="1442174"/>
            <a:chExt cx="2368848" cy="1491270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18991D3D-1B99-2CA6-32A7-53C7C9940F0E}"/>
                </a:ext>
              </a:extLst>
            </p:cNvPr>
            <p:cNvSpPr/>
            <p:nvPr/>
          </p:nvSpPr>
          <p:spPr>
            <a:xfrm>
              <a:off x="791662" y="1442174"/>
              <a:ext cx="2368848" cy="1491270"/>
            </a:xfrm>
            <a:prstGeom prst="roundRect">
              <a:avLst/>
            </a:prstGeom>
            <a:ln>
              <a:solidFill>
                <a:srgbClr val="6470A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route·matched_policy_terms·evidence_count·verification_used</a:t>
              </a:r>
              <a:endPara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action·handoff_reason·final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ouput·API-call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count·elapsed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time·policy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version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544D8F4E-5BB4-405A-DF55-39087DD76ECC}"/>
                </a:ext>
              </a:extLst>
            </p:cNvPr>
            <p:cNvSpPr/>
            <p:nvPr/>
          </p:nvSpPr>
          <p:spPr>
            <a:xfrm>
              <a:off x="791662" y="1442174"/>
              <a:ext cx="2368848" cy="461665"/>
            </a:xfrm>
            <a:prstGeom prst="roundRect">
              <a:avLst/>
            </a:prstGeom>
            <a:solidFill>
              <a:srgbClr val="6470A4"/>
            </a:solidFill>
            <a:ln>
              <a:solidFill>
                <a:srgbClr val="6470A4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Immutable audit trail Log(I)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4D45B028-6BE2-3D5A-CE90-6793BA231F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2533" y="2926732"/>
            <a:ext cx="2340278" cy="128129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6470A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15AFD84-0BD0-8966-D777-9A0B1A744106}"/>
              </a:ext>
            </a:extLst>
          </p:cNvPr>
          <p:cNvSpPr txBox="1"/>
          <p:nvPr/>
        </p:nvSpPr>
        <p:spPr>
          <a:xfrm>
            <a:off x="314306" y="3090446"/>
            <a:ext cx="2268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paths emit trace fields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DFA74BF-8170-CEF4-5D54-3414EBCA2CAD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6322393" y="5504096"/>
            <a:ext cx="924866" cy="0"/>
          </a:xfrm>
          <a:prstGeom prst="straightConnector1">
            <a:avLst/>
          </a:prstGeom>
          <a:ln w="19050" cap="flat" cmpd="sng" algn="ctr">
            <a:solidFill>
              <a:srgbClr val="6470A4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C407D62-F590-62B2-9ADB-0E88F018D5EF}"/>
              </a:ext>
            </a:extLst>
          </p:cNvPr>
          <p:cNvGrpSpPr/>
          <p:nvPr/>
        </p:nvGrpSpPr>
        <p:grpSpPr>
          <a:xfrm>
            <a:off x="9228997" y="592909"/>
            <a:ext cx="2741183" cy="4997387"/>
            <a:chOff x="9491254" y="1280674"/>
            <a:chExt cx="2741183" cy="4997387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3B772280-68F0-5AA3-94E5-A9FDD779015F}"/>
                </a:ext>
              </a:extLst>
            </p:cNvPr>
            <p:cNvGrpSpPr/>
            <p:nvPr/>
          </p:nvGrpSpPr>
          <p:grpSpPr>
            <a:xfrm>
              <a:off x="9493804" y="1280674"/>
              <a:ext cx="2738633" cy="4997387"/>
              <a:chOff x="791662" y="1442174"/>
              <a:chExt cx="2368848" cy="1491270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8F2D7AA4-CB23-B86D-BF85-199DAA98FF47}"/>
                  </a:ext>
                </a:extLst>
              </p:cNvPr>
              <p:cNvSpPr/>
              <p:nvPr/>
            </p:nvSpPr>
            <p:spPr>
              <a:xfrm>
                <a:off x="791662" y="1442174"/>
                <a:ext cx="2368848" cy="1491270"/>
              </a:xfrm>
              <a:prstGeom prst="round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57EC14EE-2D70-177A-1415-89EB80EC8BEE}"/>
                  </a:ext>
                </a:extLst>
              </p:cNvPr>
              <p:cNvSpPr/>
              <p:nvPr/>
            </p:nvSpPr>
            <p:spPr>
              <a:xfrm>
                <a:off x="791662" y="1442174"/>
                <a:ext cx="2368847" cy="14324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3.Select action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767BDE2E-AF5C-FFDC-2893-FD2C074579D7}"/>
                </a:ext>
              </a:extLst>
            </p:cNvPr>
            <p:cNvSpPr/>
            <p:nvPr/>
          </p:nvSpPr>
          <p:spPr>
            <a:xfrm>
              <a:off x="9518807" y="1877717"/>
              <a:ext cx="2681194" cy="122501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Output(y)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 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ansert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/final option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804860A9-F33A-1189-65BA-E41004DF0997}"/>
                </a:ext>
              </a:extLst>
            </p:cNvPr>
            <p:cNvSpPr/>
            <p:nvPr/>
          </p:nvSpPr>
          <p:spPr>
            <a:xfrm>
              <a:off x="9491254" y="3342013"/>
              <a:ext cx="2736300" cy="12250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Verify(v)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LLM(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x,retrieved,evidence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When policy permits verification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C453C6BB-9626-17D2-786B-92AC62ED74B8}"/>
                </a:ext>
              </a:extLst>
            </p:cNvPr>
            <p:cNvSpPr/>
            <p:nvPr/>
          </p:nvSpPr>
          <p:spPr>
            <a:xfrm>
              <a:off x="9491254" y="4806309"/>
              <a:ext cx="2736300" cy="1225014"/>
            </a:xfrm>
            <a:prstGeom prst="roundRect">
              <a:avLst/>
            </a:prstGeom>
            <a:solidFill>
              <a:srgbClr val="F7E5EF"/>
            </a:solidFill>
            <a:ln>
              <a:solidFill>
                <a:srgbClr val="F7E5EF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Conservative handoff(h)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evidence/policy triggered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Escalate to human review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clinical claim implied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7806252F-90FE-64C9-9E84-0723643EA556}"/>
              </a:ext>
            </a:extLst>
          </p:cNvPr>
          <p:cNvCxnSpPr/>
          <p:nvPr/>
        </p:nvCxnSpPr>
        <p:spPr>
          <a:xfrm>
            <a:off x="8813894" y="1667701"/>
            <a:ext cx="415103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AEB66DE7-AE13-6002-D120-C23C32984AFB}"/>
              </a:ext>
            </a:extLst>
          </p:cNvPr>
          <p:cNvCxnSpPr/>
          <p:nvPr/>
        </p:nvCxnSpPr>
        <p:spPr>
          <a:xfrm>
            <a:off x="7811747" y="3879260"/>
            <a:ext cx="53835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242152F4-2C15-DA35-BD9D-F738708052A3}"/>
              </a:ext>
            </a:extLst>
          </p:cNvPr>
          <p:cNvCxnSpPr>
            <a:cxnSpLocks/>
          </p:cNvCxnSpPr>
          <p:nvPr/>
        </p:nvCxnSpPr>
        <p:spPr>
          <a:xfrm>
            <a:off x="8350102" y="3352800"/>
            <a:ext cx="0" cy="138471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BA0DDB0-2C11-5921-2E1D-337259187E37}"/>
              </a:ext>
            </a:extLst>
          </p:cNvPr>
          <p:cNvCxnSpPr>
            <a:endCxn id="64" idx="1"/>
          </p:cNvCxnSpPr>
          <p:nvPr/>
        </p:nvCxnSpPr>
        <p:spPr>
          <a:xfrm>
            <a:off x="8350102" y="3352800"/>
            <a:ext cx="878895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7F5B0EF-78A7-89C7-67BD-69381DEE84AE}"/>
              </a:ext>
            </a:extLst>
          </p:cNvPr>
          <p:cNvCxnSpPr/>
          <p:nvPr/>
        </p:nvCxnSpPr>
        <p:spPr>
          <a:xfrm>
            <a:off x="8350102" y="4719795"/>
            <a:ext cx="878895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65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8F42ABA2-4CFC-E571-F936-13023131727F}"/>
              </a:ext>
            </a:extLst>
          </p:cNvPr>
          <p:cNvSpPr txBox="1"/>
          <p:nvPr/>
        </p:nvSpPr>
        <p:spPr>
          <a:xfrm>
            <a:off x="276160" y="1003249"/>
            <a:ext cx="282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3D222CA-9161-1663-7119-5328BB516835}"/>
              </a:ext>
            </a:extLst>
          </p:cNvPr>
          <p:cNvSpPr txBox="1"/>
          <p:nvPr/>
        </p:nvSpPr>
        <p:spPr>
          <a:xfrm>
            <a:off x="227063" y="2380114"/>
            <a:ext cx="243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5%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D661CEF-6B25-0CB7-3AC2-E35AFFD28188}"/>
              </a:ext>
            </a:extLst>
          </p:cNvPr>
          <p:cNvSpPr txBox="1"/>
          <p:nvPr/>
        </p:nvSpPr>
        <p:spPr>
          <a:xfrm>
            <a:off x="9343448" y="990830"/>
            <a:ext cx="166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70652E-68B7-B7FF-1D4D-2112BF04DCDE}"/>
              </a:ext>
            </a:extLst>
          </p:cNvPr>
          <p:cNvSpPr txBox="1"/>
          <p:nvPr/>
        </p:nvSpPr>
        <p:spPr>
          <a:xfrm>
            <a:off x="227062" y="4443820"/>
            <a:ext cx="314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verifier 100%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960C7AE-15D5-0361-8BCA-41DC6407C0B2}"/>
              </a:ext>
            </a:extLst>
          </p:cNvPr>
          <p:cNvSpPr txBox="1"/>
          <p:nvPr/>
        </p:nvSpPr>
        <p:spPr>
          <a:xfrm>
            <a:off x="9346514" y="1690860"/>
            <a:ext cx="192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525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ECDBCA7-A07C-AB61-99BB-2784756FD158}"/>
              </a:ext>
            </a:extLst>
          </p:cNvPr>
          <p:cNvSpPr txBox="1"/>
          <p:nvPr/>
        </p:nvSpPr>
        <p:spPr>
          <a:xfrm>
            <a:off x="9343447" y="2379375"/>
            <a:ext cx="250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0283B24-E59D-C911-7582-A847FB9BDC27}"/>
              </a:ext>
            </a:extLst>
          </p:cNvPr>
          <p:cNvSpPr txBox="1"/>
          <p:nvPr/>
        </p:nvSpPr>
        <p:spPr>
          <a:xfrm>
            <a:off x="2381123" y="339445"/>
            <a:ext cx="219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accuracy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9D76D87-3DEB-7A4A-6B3B-B099B98F0DBF}"/>
              </a:ext>
            </a:extLst>
          </p:cNvPr>
          <p:cNvSpPr txBox="1"/>
          <p:nvPr/>
        </p:nvSpPr>
        <p:spPr>
          <a:xfrm>
            <a:off x="9343447" y="339256"/>
            <a:ext cx="161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calls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833A8F3-ACEE-DB23-A92D-28F453652899}"/>
              </a:ext>
            </a:extLst>
          </p:cNvPr>
          <p:cNvSpPr/>
          <p:nvPr/>
        </p:nvSpPr>
        <p:spPr>
          <a:xfrm>
            <a:off x="2381123" y="3043179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C369655-9F1D-4908-CD78-0EF122642A12}"/>
              </a:ext>
            </a:extLst>
          </p:cNvPr>
          <p:cNvSpPr txBox="1"/>
          <p:nvPr/>
        </p:nvSpPr>
        <p:spPr>
          <a:xfrm>
            <a:off x="227064" y="1692212"/>
            <a:ext cx="243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10%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C961690-C37E-2BFC-2E23-7AFF1F694A00}"/>
              </a:ext>
            </a:extLst>
          </p:cNvPr>
          <p:cNvSpPr txBox="1"/>
          <p:nvPr/>
        </p:nvSpPr>
        <p:spPr>
          <a:xfrm>
            <a:off x="227063" y="3068016"/>
            <a:ext cx="243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20%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7022459-0864-A804-B114-181D7DA78A37}"/>
              </a:ext>
            </a:extLst>
          </p:cNvPr>
          <p:cNvSpPr txBox="1"/>
          <p:nvPr/>
        </p:nvSpPr>
        <p:spPr>
          <a:xfrm>
            <a:off x="227062" y="3755918"/>
            <a:ext cx="243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35%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0366EC8-C6DE-1822-2DBD-79B59F0E27C7}"/>
              </a:ext>
            </a:extLst>
          </p:cNvPr>
          <p:cNvSpPr/>
          <p:nvPr/>
        </p:nvSpPr>
        <p:spPr>
          <a:xfrm>
            <a:off x="2381123" y="3743499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390D6E6-4C02-9CF1-3700-2DC959C26DF9}"/>
              </a:ext>
            </a:extLst>
          </p:cNvPr>
          <p:cNvSpPr/>
          <p:nvPr/>
        </p:nvSpPr>
        <p:spPr>
          <a:xfrm>
            <a:off x="2381123" y="4431401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8EA3E56-4520-6F70-F21D-0A1F8097961A}"/>
              </a:ext>
            </a:extLst>
          </p:cNvPr>
          <p:cNvSpPr/>
          <p:nvPr/>
        </p:nvSpPr>
        <p:spPr>
          <a:xfrm>
            <a:off x="2381123" y="2366957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0A3E934-BFF9-5448-4200-D36D4B0E8372}"/>
              </a:ext>
            </a:extLst>
          </p:cNvPr>
          <p:cNvSpPr/>
          <p:nvPr/>
        </p:nvSpPr>
        <p:spPr>
          <a:xfrm>
            <a:off x="2381123" y="1678442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936215E-7336-68D3-A7B6-9282382E5968}"/>
              </a:ext>
            </a:extLst>
          </p:cNvPr>
          <p:cNvSpPr/>
          <p:nvPr/>
        </p:nvSpPr>
        <p:spPr>
          <a:xfrm>
            <a:off x="2381123" y="990830"/>
            <a:ext cx="6468306" cy="394169"/>
          </a:xfrm>
          <a:prstGeom prst="rect">
            <a:avLst/>
          </a:prstGeom>
          <a:solidFill>
            <a:srgbClr val="D5DBE3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3E7899A-87E1-2C00-CA7E-A41F5176A150}"/>
              </a:ext>
            </a:extLst>
          </p:cNvPr>
          <p:cNvSpPr/>
          <p:nvPr/>
        </p:nvSpPr>
        <p:spPr>
          <a:xfrm>
            <a:off x="2381123" y="4431401"/>
            <a:ext cx="6038721" cy="394169"/>
          </a:xfrm>
          <a:prstGeom prst="rect">
            <a:avLst/>
          </a:prstGeom>
          <a:solidFill>
            <a:srgbClr val="46C1B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7E8EB95-5E0B-E4FD-BB08-FFCB8E558712}"/>
              </a:ext>
            </a:extLst>
          </p:cNvPr>
          <p:cNvSpPr/>
          <p:nvPr/>
        </p:nvSpPr>
        <p:spPr>
          <a:xfrm>
            <a:off x="2381124" y="3743499"/>
            <a:ext cx="5885297" cy="394169"/>
          </a:xfrm>
          <a:prstGeom prst="rect">
            <a:avLst/>
          </a:prstGeom>
          <a:solidFill>
            <a:srgbClr val="4FAED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860C7B2-F70A-1380-5D20-61578A7E92EC}"/>
              </a:ext>
            </a:extLst>
          </p:cNvPr>
          <p:cNvSpPr/>
          <p:nvPr/>
        </p:nvSpPr>
        <p:spPr>
          <a:xfrm>
            <a:off x="2381124" y="3043178"/>
            <a:ext cx="5885297" cy="394169"/>
          </a:xfrm>
          <a:prstGeom prst="rect">
            <a:avLst/>
          </a:prstGeom>
          <a:solidFill>
            <a:srgbClr val="4FAED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F49376E-65DC-4686-1093-F5DD8EF135B0}"/>
              </a:ext>
            </a:extLst>
          </p:cNvPr>
          <p:cNvSpPr/>
          <p:nvPr/>
        </p:nvSpPr>
        <p:spPr>
          <a:xfrm>
            <a:off x="2381123" y="2372051"/>
            <a:ext cx="5811655" cy="394169"/>
          </a:xfrm>
          <a:prstGeom prst="rect">
            <a:avLst/>
          </a:prstGeom>
          <a:solidFill>
            <a:srgbClr val="4FAED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46AE14B-30C1-BB7F-10A6-375559D8A3D6}"/>
              </a:ext>
            </a:extLst>
          </p:cNvPr>
          <p:cNvSpPr/>
          <p:nvPr/>
        </p:nvSpPr>
        <p:spPr>
          <a:xfrm>
            <a:off x="2381122" y="1681051"/>
            <a:ext cx="5695055" cy="394169"/>
          </a:xfrm>
          <a:prstGeom prst="rect">
            <a:avLst/>
          </a:prstGeom>
          <a:solidFill>
            <a:srgbClr val="4FAED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0A19BE2-52C0-6AE7-AA4D-C486DD15FBD1}"/>
              </a:ext>
            </a:extLst>
          </p:cNvPr>
          <p:cNvSpPr/>
          <p:nvPr/>
        </p:nvSpPr>
        <p:spPr>
          <a:xfrm>
            <a:off x="2381122" y="998893"/>
            <a:ext cx="5695055" cy="394169"/>
          </a:xfrm>
          <a:prstGeom prst="rect">
            <a:avLst/>
          </a:prstGeom>
          <a:solidFill>
            <a:srgbClr val="4FAEDE"/>
          </a:solidFill>
          <a:ln>
            <a:solidFill>
              <a:srgbClr val="46C1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B2345D9-A59F-F2A8-1DD6-E6C89CDE8998}"/>
              </a:ext>
            </a:extLst>
          </p:cNvPr>
          <p:cNvSpPr txBox="1"/>
          <p:nvPr/>
        </p:nvSpPr>
        <p:spPr>
          <a:xfrm>
            <a:off x="8076177" y="1011311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89.6%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2DAAB82-3D65-CFA9-7FCA-F774024C6722}"/>
              </a:ext>
            </a:extLst>
          </p:cNvPr>
          <p:cNvSpPr txBox="1"/>
          <p:nvPr/>
        </p:nvSpPr>
        <p:spPr>
          <a:xfrm>
            <a:off x="8076176" y="1691776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89.6%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E536B66-5CAF-B80E-47A1-2889AD9D234D}"/>
              </a:ext>
            </a:extLst>
          </p:cNvPr>
          <p:cNvSpPr txBox="1"/>
          <p:nvPr/>
        </p:nvSpPr>
        <p:spPr>
          <a:xfrm>
            <a:off x="8192778" y="2384579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90.0%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F358C44-CF63-48BF-6016-1CC3446C97CA}"/>
              </a:ext>
            </a:extLst>
          </p:cNvPr>
          <p:cNvSpPr txBox="1"/>
          <p:nvPr/>
        </p:nvSpPr>
        <p:spPr>
          <a:xfrm>
            <a:off x="8301196" y="3040168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90.6%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4E3402F-4E36-0553-8913-785849A43EED}"/>
              </a:ext>
            </a:extLst>
          </p:cNvPr>
          <p:cNvSpPr txBox="1"/>
          <p:nvPr/>
        </p:nvSpPr>
        <p:spPr>
          <a:xfrm>
            <a:off x="8301196" y="3764402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90.6%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7C4FA6D-F56A-D998-85AD-02B6918527AB}"/>
              </a:ext>
            </a:extLst>
          </p:cNvPr>
          <p:cNvSpPr txBox="1"/>
          <p:nvPr/>
        </p:nvSpPr>
        <p:spPr>
          <a:xfrm>
            <a:off x="8472006" y="4441930"/>
            <a:ext cx="87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91.0%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8707F23-577F-8E65-49F5-9B38F4A7049D}"/>
              </a:ext>
            </a:extLst>
          </p:cNvPr>
          <p:cNvSpPr txBox="1"/>
          <p:nvPr/>
        </p:nvSpPr>
        <p:spPr>
          <a:xfrm>
            <a:off x="9343443" y="3068016"/>
            <a:ext cx="250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B9B28B5-8818-789B-7E59-95D1EACBDB7D}"/>
              </a:ext>
            </a:extLst>
          </p:cNvPr>
          <p:cNvSpPr txBox="1"/>
          <p:nvPr/>
        </p:nvSpPr>
        <p:spPr>
          <a:xfrm>
            <a:off x="9343443" y="3759452"/>
            <a:ext cx="250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675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091BE06-F5EA-D1BD-A426-47426492FD08}"/>
              </a:ext>
            </a:extLst>
          </p:cNvPr>
          <p:cNvSpPr txBox="1"/>
          <p:nvPr/>
        </p:nvSpPr>
        <p:spPr>
          <a:xfrm>
            <a:off x="9343443" y="4446944"/>
            <a:ext cx="250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0457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5115B8C-4567-B3A5-D9A5-195C433F9671}"/>
              </a:ext>
            </a:extLst>
          </p:cNvPr>
          <p:cNvSpPr/>
          <p:nvPr/>
        </p:nvSpPr>
        <p:spPr>
          <a:xfrm>
            <a:off x="1407399" y="1317902"/>
            <a:ext cx="9377202" cy="1699925"/>
          </a:xfrm>
          <a:prstGeom prst="roundRect">
            <a:avLst/>
          </a:prstGeom>
          <a:solidFill>
            <a:srgbClr val="F3F5F7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04FD67-EA88-DEC7-435B-0809903C4F77}"/>
              </a:ext>
            </a:extLst>
          </p:cNvPr>
          <p:cNvSpPr txBox="1"/>
          <p:nvPr/>
        </p:nvSpPr>
        <p:spPr>
          <a:xfrm>
            <a:off x="1669240" y="1420559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verification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CF0651-DE43-18FF-974C-284D271A09C2}"/>
              </a:ext>
            </a:extLst>
          </p:cNvPr>
          <p:cNvSpPr txBox="1"/>
          <p:nvPr/>
        </p:nvSpPr>
        <p:spPr>
          <a:xfrm>
            <a:off x="1669240" y="1892548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BCE72-E49B-5F4B-351F-23C1A24C0958}"/>
              </a:ext>
            </a:extLst>
          </p:cNvPr>
          <p:cNvSpPr txBox="1"/>
          <p:nvPr/>
        </p:nvSpPr>
        <p:spPr>
          <a:xfrm>
            <a:off x="1669240" y="2455187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Worsened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689B7C-185E-360D-0733-C8567F34CA37}"/>
              </a:ext>
            </a:extLst>
          </p:cNvPr>
          <p:cNvSpPr/>
          <p:nvPr/>
        </p:nvSpPr>
        <p:spPr>
          <a:xfrm>
            <a:off x="3718970" y="1918975"/>
            <a:ext cx="4173100" cy="316478"/>
          </a:xfrm>
          <a:prstGeom prst="roundRect">
            <a:avLst/>
          </a:prstGeom>
          <a:solidFill>
            <a:srgbClr val="6C9965"/>
          </a:solidFill>
          <a:ln>
            <a:solidFill>
              <a:srgbClr val="6C99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E91D7A-2207-5A39-26E1-ACE689AA3C32}"/>
              </a:ext>
            </a:extLst>
          </p:cNvPr>
          <p:cNvSpPr/>
          <p:nvPr/>
        </p:nvSpPr>
        <p:spPr>
          <a:xfrm>
            <a:off x="3718970" y="2481614"/>
            <a:ext cx="1006453" cy="316478"/>
          </a:xfrm>
          <a:prstGeom prst="roundRect">
            <a:avLst/>
          </a:prstGeom>
          <a:solidFill>
            <a:srgbClr val="DC6A67"/>
          </a:solidFill>
          <a:ln>
            <a:solidFill>
              <a:srgbClr val="DC6A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885616-169B-8355-7AF0-D7439E76A0D3}"/>
              </a:ext>
            </a:extLst>
          </p:cNvPr>
          <p:cNvSpPr txBox="1"/>
          <p:nvPr/>
        </p:nvSpPr>
        <p:spPr>
          <a:xfrm>
            <a:off x="8038333" y="1892548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28A22F-1510-06C1-3380-BCA7BEF610B5}"/>
              </a:ext>
            </a:extLst>
          </p:cNvPr>
          <p:cNvSpPr txBox="1"/>
          <p:nvPr/>
        </p:nvSpPr>
        <p:spPr>
          <a:xfrm>
            <a:off x="4864527" y="2455187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3B37BB-BFB0-BE78-86E7-E9F0686EB3B5}"/>
              </a:ext>
            </a:extLst>
          </p:cNvPr>
          <p:cNvSpPr txBox="1"/>
          <p:nvPr/>
        </p:nvSpPr>
        <p:spPr>
          <a:xfrm>
            <a:off x="9328108" y="2060802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P=0.109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DAE072B-37B7-018F-F4EA-2E5332B10131}"/>
              </a:ext>
            </a:extLst>
          </p:cNvPr>
          <p:cNvSpPr/>
          <p:nvPr/>
        </p:nvSpPr>
        <p:spPr>
          <a:xfrm>
            <a:off x="1407399" y="3354334"/>
            <a:ext cx="9377202" cy="1699925"/>
          </a:xfrm>
          <a:prstGeom prst="roundRect">
            <a:avLst/>
          </a:prstGeom>
          <a:solidFill>
            <a:srgbClr val="F3F5F7"/>
          </a:solidFill>
          <a:ln>
            <a:solidFill>
              <a:srgbClr val="D5D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7A8E45-5781-290F-EFAF-9E279CAB89F7}"/>
              </a:ext>
            </a:extLst>
          </p:cNvPr>
          <p:cNvSpPr txBox="1"/>
          <p:nvPr/>
        </p:nvSpPr>
        <p:spPr>
          <a:xfrm>
            <a:off x="1669239" y="3456991"/>
            <a:ext cx="29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Cross-model verification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B4C8CF-17E2-6192-543C-B890F559B999}"/>
              </a:ext>
            </a:extLst>
          </p:cNvPr>
          <p:cNvSpPr txBox="1"/>
          <p:nvPr/>
        </p:nvSpPr>
        <p:spPr>
          <a:xfrm>
            <a:off x="1669240" y="3928980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B1476F-1E6B-E7DE-6C9A-5B5668292DDE}"/>
              </a:ext>
            </a:extLst>
          </p:cNvPr>
          <p:cNvSpPr txBox="1"/>
          <p:nvPr/>
        </p:nvSpPr>
        <p:spPr>
          <a:xfrm>
            <a:off x="1669240" y="4491619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Worsened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3BE891B-2C2A-B89D-9ABB-A9CE3C937289}"/>
              </a:ext>
            </a:extLst>
          </p:cNvPr>
          <p:cNvSpPr/>
          <p:nvPr/>
        </p:nvSpPr>
        <p:spPr>
          <a:xfrm>
            <a:off x="3718969" y="3955407"/>
            <a:ext cx="4811339" cy="316478"/>
          </a:xfrm>
          <a:prstGeom prst="roundRect">
            <a:avLst/>
          </a:prstGeom>
          <a:solidFill>
            <a:srgbClr val="6C9965"/>
          </a:solidFill>
          <a:ln>
            <a:solidFill>
              <a:srgbClr val="6C99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9CC4975-711A-6962-B2CC-2214F014096C}"/>
              </a:ext>
            </a:extLst>
          </p:cNvPr>
          <p:cNvSpPr/>
          <p:nvPr/>
        </p:nvSpPr>
        <p:spPr>
          <a:xfrm>
            <a:off x="3718970" y="4518046"/>
            <a:ext cx="1491269" cy="316478"/>
          </a:xfrm>
          <a:prstGeom prst="roundRect">
            <a:avLst/>
          </a:prstGeom>
          <a:solidFill>
            <a:srgbClr val="DC6A67"/>
          </a:solidFill>
          <a:ln>
            <a:solidFill>
              <a:srgbClr val="DC6A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140AF22-456D-5A0F-C406-D9B1CFE3C0F0}"/>
              </a:ext>
            </a:extLst>
          </p:cNvPr>
          <p:cNvSpPr txBox="1"/>
          <p:nvPr/>
        </p:nvSpPr>
        <p:spPr>
          <a:xfrm>
            <a:off x="8657136" y="3928980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01DE151-2903-A872-B950-2FDD334699FF}"/>
              </a:ext>
            </a:extLst>
          </p:cNvPr>
          <p:cNvSpPr txBox="1"/>
          <p:nvPr/>
        </p:nvSpPr>
        <p:spPr>
          <a:xfrm>
            <a:off x="5343207" y="4490079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B66F6E1-4094-7A43-CE81-7DA15CD4D992}"/>
              </a:ext>
            </a:extLst>
          </p:cNvPr>
          <p:cNvSpPr txBox="1"/>
          <p:nvPr/>
        </p:nvSpPr>
        <p:spPr>
          <a:xfrm>
            <a:off x="9328108" y="4087219"/>
            <a:ext cx="204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P=0.146</a:t>
            </a:r>
          </a:p>
        </p:txBody>
      </p:sp>
    </p:spTree>
    <p:extLst>
      <p:ext uri="{BB962C8B-B14F-4D97-AF65-F5344CB8AC3E}">
        <p14:creationId xmlns:p14="http://schemas.microsoft.com/office/powerpoint/2010/main" val="119626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17CD-7422-7D70-57DA-10D44D9D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BB83039F-83B4-DDB3-FBE0-C000828DFF57}"/>
              </a:ext>
            </a:extLst>
          </p:cNvPr>
          <p:cNvSpPr txBox="1"/>
          <p:nvPr/>
        </p:nvSpPr>
        <p:spPr>
          <a:xfrm>
            <a:off x="276160" y="1800540"/>
            <a:ext cx="314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policy route match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7051667-165D-9F0E-C1EB-5E1DB5CAD32C}"/>
              </a:ext>
            </a:extLst>
          </p:cNvPr>
          <p:cNvSpPr txBox="1"/>
          <p:nvPr/>
        </p:nvSpPr>
        <p:spPr>
          <a:xfrm>
            <a:off x="273091" y="3614832"/>
            <a:ext cx="335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Neutral-context option agreement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FEB378E-5318-8E3B-9CB6-7E951082ADB7}"/>
              </a:ext>
            </a:extLst>
          </p:cNvPr>
          <p:cNvSpPr txBox="1"/>
          <p:nvPr/>
        </p:nvSpPr>
        <p:spPr>
          <a:xfrm>
            <a:off x="273091" y="2707686"/>
            <a:ext cx="319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option agreement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9B1C792-FFBF-27B2-219A-AC776A8D2BB1}"/>
              </a:ext>
            </a:extLst>
          </p:cNvPr>
          <p:cNvGrpSpPr/>
          <p:nvPr/>
        </p:nvGrpSpPr>
        <p:grpSpPr>
          <a:xfrm>
            <a:off x="3708229" y="1792363"/>
            <a:ext cx="6468306" cy="394169"/>
            <a:chOff x="2381123" y="4431401"/>
            <a:chExt cx="6468306" cy="39416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896AED0-FD1C-9E57-4D19-CD95E77B6780}"/>
                </a:ext>
              </a:extLst>
            </p:cNvPr>
            <p:cNvSpPr/>
            <p:nvPr/>
          </p:nvSpPr>
          <p:spPr>
            <a:xfrm>
              <a:off x="2381123" y="4431401"/>
              <a:ext cx="6468306" cy="394169"/>
            </a:xfrm>
            <a:prstGeom prst="rect">
              <a:avLst/>
            </a:prstGeom>
            <a:solidFill>
              <a:srgbClr val="D5DBE3"/>
            </a:solidFill>
            <a:ln>
              <a:solidFill>
                <a:srgbClr val="D5DB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4807ECA-D003-13D9-ABB5-6B070E3D863E}"/>
                </a:ext>
              </a:extLst>
            </p:cNvPr>
            <p:cNvSpPr/>
            <p:nvPr/>
          </p:nvSpPr>
          <p:spPr>
            <a:xfrm>
              <a:off x="2381123" y="4431401"/>
              <a:ext cx="6468306" cy="394169"/>
            </a:xfrm>
            <a:prstGeom prst="rect">
              <a:avLst/>
            </a:prstGeom>
            <a:solidFill>
              <a:srgbClr val="46C1BE"/>
            </a:solidFill>
            <a:ln>
              <a:solidFill>
                <a:srgbClr val="46C1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942743-AD9C-75AB-83E5-35037E6A98A9}"/>
              </a:ext>
            </a:extLst>
          </p:cNvPr>
          <p:cNvGrpSpPr/>
          <p:nvPr/>
        </p:nvGrpSpPr>
        <p:grpSpPr>
          <a:xfrm>
            <a:off x="3708229" y="3602413"/>
            <a:ext cx="6468306" cy="394169"/>
            <a:chOff x="2381123" y="3743499"/>
            <a:chExt cx="6468306" cy="394169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3893E30-2456-6A3B-A20D-5C1D1970D51A}"/>
                </a:ext>
              </a:extLst>
            </p:cNvPr>
            <p:cNvSpPr/>
            <p:nvPr/>
          </p:nvSpPr>
          <p:spPr>
            <a:xfrm>
              <a:off x="2381123" y="3743499"/>
              <a:ext cx="6468306" cy="394169"/>
            </a:xfrm>
            <a:prstGeom prst="rect">
              <a:avLst/>
            </a:prstGeom>
            <a:solidFill>
              <a:srgbClr val="D5DBE3"/>
            </a:solidFill>
            <a:ln>
              <a:solidFill>
                <a:srgbClr val="D5DB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2D7414A-554C-D7CA-E07E-37EF14328AF6}"/>
                </a:ext>
              </a:extLst>
            </p:cNvPr>
            <p:cNvSpPr/>
            <p:nvPr/>
          </p:nvSpPr>
          <p:spPr>
            <a:xfrm>
              <a:off x="2381124" y="3743499"/>
              <a:ext cx="6037187" cy="394169"/>
            </a:xfrm>
            <a:prstGeom prst="rect">
              <a:avLst/>
            </a:prstGeom>
            <a:solidFill>
              <a:srgbClr val="4FAEDE"/>
            </a:solidFill>
            <a:ln>
              <a:solidFill>
                <a:srgbClr val="46C1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4DEF549-ABA2-0B7F-A77A-3754D476E0B6}"/>
              </a:ext>
            </a:extLst>
          </p:cNvPr>
          <p:cNvGrpSpPr/>
          <p:nvPr/>
        </p:nvGrpSpPr>
        <p:grpSpPr>
          <a:xfrm>
            <a:off x="3708229" y="2693963"/>
            <a:ext cx="6468307" cy="396778"/>
            <a:chOff x="2381122" y="1678442"/>
            <a:chExt cx="6468307" cy="39677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66DED35-0C97-A39E-486F-07ED27853E1D}"/>
                </a:ext>
              </a:extLst>
            </p:cNvPr>
            <p:cNvSpPr/>
            <p:nvPr/>
          </p:nvSpPr>
          <p:spPr>
            <a:xfrm>
              <a:off x="2381123" y="1678442"/>
              <a:ext cx="6468306" cy="394169"/>
            </a:xfrm>
            <a:prstGeom prst="rect">
              <a:avLst/>
            </a:prstGeom>
            <a:solidFill>
              <a:srgbClr val="D5DBE3"/>
            </a:solidFill>
            <a:ln>
              <a:solidFill>
                <a:srgbClr val="D5DB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324015F4-C94A-8704-854C-A5B8E6D53F5C}"/>
                </a:ext>
              </a:extLst>
            </p:cNvPr>
            <p:cNvSpPr/>
            <p:nvPr/>
          </p:nvSpPr>
          <p:spPr>
            <a:xfrm>
              <a:off x="2381122" y="1681051"/>
              <a:ext cx="6172201" cy="394169"/>
            </a:xfrm>
            <a:prstGeom prst="rect">
              <a:avLst/>
            </a:prstGeom>
            <a:solidFill>
              <a:srgbClr val="4FAEDE"/>
            </a:solidFill>
            <a:ln>
              <a:solidFill>
                <a:srgbClr val="46C1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DBB4A4B0-C0D8-4AAF-3F38-884D70545A0D}"/>
              </a:ext>
            </a:extLst>
          </p:cNvPr>
          <p:cNvSpPr txBox="1"/>
          <p:nvPr/>
        </p:nvSpPr>
        <p:spPr>
          <a:xfrm>
            <a:off x="10293137" y="3614832"/>
            <a:ext cx="12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94.17%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6544207-4FFD-809E-DA3E-9F9592AE2508}"/>
              </a:ext>
            </a:extLst>
          </p:cNvPr>
          <p:cNvSpPr txBox="1"/>
          <p:nvPr/>
        </p:nvSpPr>
        <p:spPr>
          <a:xfrm>
            <a:off x="10293137" y="1800540"/>
            <a:ext cx="12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100.00%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69599A0-3DED-3F9B-4345-DFED3EF1D662}"/>
              </a:ext>
            </a:extLst>
          </p:cNvPr>
          <p:cNvSpPr txBox="1"/>
          <p:nvPr/>
        </p:nvSpPr>
        <p:spPr>
          <a:xfrm>
            <a:off x="10293137" y="2707686"/>
            <a:ext cx="12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96.67%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661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242</Words>
  <Application>Microsoft Office PowerPoint</Application>
  <PresentationFormat>宽屏</PresentationFormat>
  <Paragraphs>76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芽芽 阮</dc:creator>
  <cp:lastModifiedBy>芽芽 阮</cp:lastModifiedBy>
  <cp:revision>5</cp:revision>
  <dcterms:created xsi:type="dcterms:W3CDTF">2026-10-11T11:37:53Z</dcterms:created>
  <dcterms:modified xsi:type="dcterms:W3CDTF">2026-10-13T13:24:18Z</dcterms:modified>
</cp:coreProperties>
</file>